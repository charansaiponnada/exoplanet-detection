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0F5E1-73AB-408E-BC2B-CECA873B67FC}">
  <a:tblStyle styleId="{B8E0F5E1-73AB-408E-BC2B-CECA873B67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GoogleSans-bold.fntdata"/><Relationship Id="rId10" Type="http://schemas.openxmlformats.org/officeDocument/2006/relationships/slide" Target="slides/slide4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6.xml"/><Relationship Id="rId23" Type="http://schemas.openxmlformats.org/officeDocument/2006/relationships/font" Target="fonts/Google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ogleSansMedium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  [YOUR TEAM NAME]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  Challenge 07 — AI-Enabled Detection of Exoplanets from Noisy Astronomical Light Curves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  Charan Sai Ponnada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{B8E0F5E1-73AB-408E-BC2B-CECA873B67FC}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Charan Sai Ponnada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 Charan Sai Ponnada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 VRSEC, Vijayawada (AI &amp; Data Science, B.Tech)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 xml:space="preserve">Team Member 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[Team Member 1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[College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 xml:space="preserve">Team Member 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[Team Member 2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[College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 xml:space="preserve">Team Member 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 [Team Member 3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 [College Name]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grpSpPr>
        <a:xfrm>
          <a:off x="0" y="0"/>
          <a:ext cx="9144018" cy="5143500"/>
          <a:chOff x="0" y="0"/>
          <a:chExt cx="9144018" cy="514350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Infographic_9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20000"/>
            <a:ext cx="9144018" cy="4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grpSpPr>
        <a:xfrm>
          <a:off x="0" y="0"/>
          <a:ext cx="9144018" cy="5143500"/>
          <a:chOff x="0" y="0"/>
          <a:chExt cx="9144018" cy="514350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Infographic_9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20000"/>
            <a:ext cx="9144018" cy="4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grpSpPr>
        <a:xfrm>
          <a:off x="0" y="0"/>
          <a:ext cx="9144018" cy="5143500"/>
          <a:chOff x="0" y="0"/>
          <a:chExt cx="9144018" cy="514350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Infographic_9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20000"/>
            <a:ext cx="9144018" cy="21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Infographic_9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841750"/>
            <a:ext cx="9144018" cy="21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False Positive Vetting — Eclipsing Binary Detection Result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998" name="EBFigure" title="Eclipsing Binary Vetting Resul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143000"/>
            <a:ext cx="8534400" cy="32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EBCaption"/>
          <p:cNvSpPr txBox="1"/>
          <p:nvPr/>
        </p:nvSpPr>
        <p:spPr>
          <a:xfrm>
            <a:off x="311700" y="4400000"/>
            <a:ext cx="8534400" cy="5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GB" sz="1200" b="0">
                <a:solidFill>
                  <a:srgbClr val="202729"/>
                </a:solidFill>
                <a:latin typeface="Calibri"/>
              </a:rPr>
              <a:t>Vetting result: odd-even depth mismatch = 102% → signal flagged as “ambiguous_requires_followup” (possible diluted eclipsing binary). The pipeline correctly prevented a false planet detection without any training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grpSpPr>
        <a:xfrm>
          <a:off x="0" y="0"/>
          <a:ext cx="9144018" cy="5143500"/>
          <a:chOff x="0" y="0"/>
          <a:chExt cx="9144018" cy="514350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Infographic_9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20000"/>
            <a:ext cx="9144018" cy="4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grpSpPr>
        <a:xfrm>
          <a:off x="0" y="0"/>
          <a:ext cx="9144018" cy="5143500"/>
          <a:chOff x="0" y="0"/>
          <a:chExt cx="9144018" cy="514350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Infographic_9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20000"/>
            <a:ext cx="9144018" cy="4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Implementation Cost Estimate
DATA: TESS light curves — INR 0. Fully open-access via MAST archive (archive.stsci.edu). No licensing, no API cost, no registration. One Lightkurve function call downloads an entire sector (~20,000-30,000 light curves).
SOFTWARE: INR 0. 100% open-source stack (Python, PyTorch, Lightkurve, Astropy, SciPy, Matplotlib, Streamlit). All packages pip/uv-installable with no licensing fees.
COMPUTE — DEVELOPMENT: INR 0. Pre-finale pipeline development and testing runs entirely on CPU. The BLS search, vetting, and parameter estimation are lightweight; the synthetic benchmark runs in under 60 seconds on a standard laptop.
COMPUTE — FINALE (Mamba training): INR 0. NVIDIA L40S GPU available on university cluster at VRSEC. No cloud GPU spend required during the 30-hour sprint.
DEPLOYMENT: INR 0. Streamlit Community Cloud (free tier) hosts the interactive dashboard for demo. Docker image for local deployment requires no paid infrastructure.
TOTAL ESTIMATED COST: INR 0 — The entire solution is designed around freely available public datasets, open-source tooling, and existing institutional compute infrastructure. This makes it immediately deployable and scalable without additional budget.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